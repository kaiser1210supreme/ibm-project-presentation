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TC Avant Garde Gothic" charset="1" panose="020B0502020202020204"/>
      <p:regular r:id="rId13"/>
    </p:embeddedFont>
    <p:embeddedFont>
      <p:font typeface="TT Fors" charset="1" panose="020B0003030001020000"/>
      <p:regular r:id="rId14"/>
    </p:embeddedFont>
    <p:embeddedFont>
      <p:font typeface="TT Fors Bold" charset="1" panose="020B0003030001020000"/>
      <p:regular r:id="rId15"/>
    </p:embeddedFont>
    <p:embeddedFont>
      <p:font typeface="Times New Roman MT" charset="1" panose="020305020704050203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9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682999"/>
            <a:chOff x="0" y="0"/>
            <a:chExt cx="13017500" cy="4910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FFE87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Exploring Data Types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89550" y="4801394"/>
            <a:ext cx="2632970" cy="56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8"/>
              </a:lnSpc>
            </a:pPr>
            <a:r>
              <a:rPr lang="en-US" sz="329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Presented by: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89550" y="5883625"/>
            <a:ext cx="7875140" cy="307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9"/>
              </a:lnSpc>
            </a:pPr>
            <a:r>
              <a:rPr lang="en-US" sz="4689" spc="-1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Somesh Narayan Mishra</a:t>
            </a:r>
          </a:p>
          <a:p>
            <a:pPr algn="l">
              <a:lnSpc>
                <a:spcPts val="4689"/>
              </a:lnSpc>
            </a:pPr>
            <a:r>
              <a:rPr lang="en-US" sz="4689" spc="-1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Rishabh Yadav</a:t>
            </a:r>
          </a:p>
          <a:p>
            <a:pPr algn="l">
              <a:lnSpc>
                <a:spcPts val="4689"/>
              </a:lnSpc>
            </a:pPr>
            <a:r>
              <a:rPr lang="en-US" sz="4689" spc="-1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Som Mishra</a:t>
            </a:r>
          </a:p>
          <a:p>
            <a:pPr algn="l">
              <a:lnSpc>
                <a:spcPts val="4689"/>
              </a:lnSpc>
            </a:pPr>
            <a:r>
              <a:rPr lang="en-US" sz="4689" spc="-1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Shaurya Raj</a:t>
            </a:r>
          </a:p>
          <a:p>
            <a:pPr algn="l">
              <a:lnSpc>
                <a:spcPts val="4689"/>
              </a:lnSpc>
              <a:spcBef>
                <a:spcPct val="0"/>
              </a:spcBef>
            </a:pPr>
            <a:r>
              <a:rPr lang="en-US" sz="4689" spc="-1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Srijan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7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E87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17653" y="466082"/>
            <a:ext cx="11353213" cy="915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6"/>
              </a:lnSpc>
              <a:spcBef>
                <a:spcPct val="0"/>
              </a:spcBef>
            </a:pP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Python data types are the </a:t>
            </a:r>
            <a:r>
              <a:rPr lang="en-US" b="true" sz="346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foundation</a:t>
            </a: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of how we manage and manipulate information within our programs. Understanding these types is essential for writing clean, efficient code. Here are some key points to consider:</a:t>
            </a:r>
          </a:p>
          <a:p>
            <a:pPr algn="l" marL="747459" indent="-373730" lvl="1">
              <a:lnSpc>
                <a:spcPts val="4846"/>
              </a:lnSpc>
              <a:spcBef>
                <a:spcPct val="0"/>
              </a:spcBef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Data types dictate how variables are stored and manipulated.</a:t>
            </a:r>
          </a:p>
          <a:p>
            <a:pPr algn="l" marL="747459" indent="-373730" lvl="1">
              <a:lnSpc>
                <a:spcPts val="4846"/>
              </a:lnSpc>
              <a:spcBef>
                <a:spcPct val="0"/>
              </a:spcBef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Each type has its specific use cases and advantages.</a:t>
            </a:r>
          </a:p>
          <a:p>
            <a:pPr algn="l" marL="747459" indent="-373730" lvl="1">
              <a:lnSpc>
                <a:spcPts val="4846"/>
              </a:lnSpc>
              <a:spcBef>
                <a:spcPct val="0"/>
              </a:spcBef>
              <a:buFont typeface="Arial"/>
              <a:buChar char="•"/>
            </a:pP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Familiarity with data types leads to better programming practices.</a:t>
            </a:r>
          </a:p>
          <a:p>
            <a:pPr algn="l" marL="0" indent="0" lvl="0">
              <a:lnSpc>
                <a:spcPts val="4846"/>
              </a:lnSpc>
              <a:spcBef>
                <a:spcPct val="0"/>
              </a:spcBef>
            </a:pPr>
            <a:r>
              <a:rPr lang="en-US" sz="346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As we journey through Python, we'll explore various data types, including numeric, sequence, boolean, set, and dictionary types, enriching our understanding of this versatile programming language.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Numeric Data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66268" y="952500"/>
            <a:ext cx="12121732" cy="7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4"/>
              </a:lnSpc>
              <a:spcBef>
                <a:spcPct val="0"/>
              </a:spcBef>
            </a:pP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Python supports three main numeric types:</a:t>
            </a:r>
          </a:p>
          <a:p>
            <a:pPr algn="l" marL="798056" indent="-399028" lvl="1">
              <a:lnSpc>
                <a:spcPts val="5174"/>
              </a:lnSpc>
              <a:spcBef>
                <a:spcPct val="0"/>
              </a:spcBef>
              <a:buAutoNum type="arabicPeriod" startAt="1"/>
            </a:pPr>
            <a:r>
              <a:rPr lang="en-US" b="true" sz="3696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int</a:t>
            </a: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Represents whole numbers, e.g., a = 5</a:t>
            </a:r>
          </a:p>
          <a:p>
            <a:pPr algn="l" marL="798056" indent="-399028" lvl="1">
              <a:lnSpc>
                <a:spcPts val="5174"/>
              </a:lnSpc>
              <a:spcBef>
                <a:spcPct val="0"/>
              </a:spcBef>
              <a:buAutoNum type="arabicPeriod" startAt="1"/>
            </a:pPr>
            <a:r>
              <a:rPr lang="en-US" b="true" sz="3696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float</a:t>
            </a: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Represents decimal numbers, e.g., b = 5.0</a:t>
            </a:r>
          </a:p>
          <a:p>
            <a:pPr algn="l" marL="798056" indent="-399028" lvl="1">
              <a:lnSpc>
                <a:spcPts val="5174"/>
              </a:lnSpc>
              <a:spcBef>
                <a:spcPct val="0"/>
              </a:spcBef>
              <a:buAutoNum type="arabicPeriod" startAt="1"/>
            </a:pPr>
            <a:r>
              <a:rPr lang="en-US" b="true" sz="3696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complex</a:t>
            </a: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Represents numbers with real and imaginary parts, e.g., c = 2 + 4j</a:t>
            </a:r>
          </a:p>
          <a:p>
            <a:pPr algn="l" marL="0" indent="0" lvl="0">
              <a:lnSpc>
                <a:spcPts val="5174"/>
              </a:lnSpc>
              <a:spcBef>
                <a:spcPct val="0"/>
              </a:spcBef>
            </a:pP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These numeric types serve as essential </a:t>
            </a:r>
            <a:r>
              <a:rPr lang="en-US" b="true" sz="3696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weapons in your math arsenal</a:t>
            </a:r>
            <a:r>
              <a:rPr lang="en-US" sz="3696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allowing for various mathematical operations and calculations. Understanding how to utilize these types effectively leads to cleaner, more efficient code, enhancing your programming experience in Python.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E87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Sequence Data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9375" y="1423548"/>
            <a:ext cx="11858625" cy="70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62"/>
              </a:lnSpc>
              <a:spcBef>
                <a:spcPct val="0"/>
              </a:spcBef>
            </a:pP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 Python, </a:t>
            </a:r>
            <a:r>
              <a:rPr lang="en-US" b="true" sz="3616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data organization</a:t>
            </a: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is key, and this is where sequence data types come into play.</a:t>
            </a:r>
          </a:p>
          <a:p>
            <a:pPr algn="l" marL="780734" indent="-390367" lvl="1">
              <a:lnSpc>
                <a:spcPts val="5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16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Strings</a:t>
            </a: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: Immutable sequences of characters. Example: s = "Hello Python"</a:t>
            </a:r>
          </a:p>
          <a:p>
            <a:pPr algn="l" marL="780734" indent="-390367" lvl="1">
              <a:lnSpc>
                <a:spcPts val="5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16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Lists</a:t>
            </a: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: Mutable collections that can hold various data types. Example: l = [1, 2, "Python", 3.14]</a:t>
            </a:r>
          </a:p>
          <a:p>
            <a:pPr algn="l" marL="780734" indent="-390367" lvl="1">
              <a:lnSpc>
                <a:spcPts val="5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16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Tuples</a:t>
            </a: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: Immutable collections similar to lists but fixed in size. Example: t = (10, 20, 30)</a:t>
            </a:r>
          </a:p>
          <a:p>
            <a:pPr algn="l" marL="0" indent="0" lvl="0">
              <a:lnSpc>
                <a:spcPts val="5062"/>
              </a:lnSpc>
              <a:spcBef>
                <a:spcPct val="0"/>
              </a:spcBef>
            </a:pPr>
            <a:r>
              <a:rPr lang="en-US" sz="361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Understanding these types is essential for effective programming, as they allow for organized data handling and manipulation in your Python programs.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7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E87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Boolean Type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07596" y="161709"/>
            <a:ext cx="11461992" cy="986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b="true" sz="3495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Boolean data type</a:t>
            </a: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is fundamental in Python, allowing you to work with binary conditions. It consists of only two possible values:</a:t>
            </a:r>
          </a:p>
          <a:p>
            <a:pPr algn="l" marL="754621" indent="-377310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True</a:t>
            </a:r>
          </a:p>
          <a:p>
            <a:pPr algn="l" marL="754621" indent="-377310" lvl="1">
              <a:lnSpc>
                <a:spcPts val="48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5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False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These values are essential for making decisions in your code. Boolean expressions are often used in conditional statements, enabling logic that drives program flow.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For example: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x = True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 = False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print(type(x))  # &lt;class 'bool'&gt;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print(type(y))  # &lt;class 'bool'&gt;</a:t>
            </a:r>
          </a:p>
          <a:p>
            <a:pPr algn="l" marL="0" indent="0" lvl="0">
              <a:lnSpc>
                <a:spcPts val="4893"/>
              </a:lnSpc>
              <a:spcBef>
                <a:spcPct val="0"/>
              </a:spcBef>
            </a:pPr>
            <a:r>
              <a:rPr lang="en-US" sz="34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Understanding how to leverage Boolean values is crucial for effective programming in Python.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Set Data Types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00712" y="434658"/>
            <a:ext cx="12587288" cy="87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73"/>
              </a:lnSpc>
              <a:spcBef>
                <a:spcPct val="0"/>
              </a:spcBef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Sets in Python are </a:t>
            </a:r>
            <a:r>
              <a:rPr lang="en-US" b="true" sz="383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unordered collections</a:t>
            </a: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of unique elements, ensuring no duplicates are present. They are mutable, allowing for the addition and removal of items. The frozenset is an immutable version of a set, preserving the uniqueness but preventing modifications.</a:t>
            </a:r>
          </a:p>
          <a:p>
            <a:pPr algn="l" marL="0" indent="0" lvl="0">
              <a:lnSpc>
                <a:spcPts val="5373"/>
              </a:lnSpc>
              <a:spcBef>
                <a:spcPct val="0"/>
              </a:spcBef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Key features of sets include:</a:t>
            </a:r>
          </a:p>
          <a:p>
            <a:pPr algn="l" marL="828707" indent="-414353" lvl="1">
              <a:lnSpc>
                <a:spcPts val="5373"/>
              </a:lnSpc>
              <a:spcBef>
                <a:spcPct val="0"/>
              </a:spcBef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Fast membership testing</a:t>
            </a:r>
          </a:p>
          <a:p>
            <a:pPr algn="l" marL="828707" indent="-414353" lvl="1">
              <a:lnSpc>
                <a:spcPts val="5373"/>
              </a:lnSpc>
              <a:spcBef>
                <a:spcPct val="0"/>
              </a:spcBef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Use cases in mathematical operations</a:t>
            </a:r>
          </a:p>
          <a:p>
            <a:pPr algn="l" marL="828707" indent="-414353" lvl="1">
              <a:lnSpc>
                <a:spcPts val="5373"/>
              </a:lnSpc>
              <a:spcBef>
                <a:spcPct val="0"/>
              </a:spcBef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Syntax: s = set(["apple", "banana", "apple"]) results in {'banana', 'apple'}</a:t>
            </a:r>
          </a:p>
          <a:p>
            <a:pPr algn="l" marL="0" indent="0" lvl="0">
              <a:lnSpc>
                <a:spcPts val="5373"/>
              </a:lnSpc>
              <a:spcBef>
                <a:spcPct val="0"/>
              </a:spcBef>
            </a:pPr>
            <a:r>
              <a:rPr lang="en-US" sz="383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Understanding sets is crucial for efficient data handling and manipulation in Python.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9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-15454" t="0" r="-154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6907" y="331454"/>
            <a:ext cx="7185428" cy="694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  <a:spcBef>
                <a:spcPct val="0"/>
              </a:spcBef>
            </a:pPr>
            <a:r>
              <a:rPr lang="en-US" sz="6741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Python data types tie everything together by giving structure to the way information is stored and handled, making your code clearer and smoother.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Exploring Data Types</dc:description>
  <dc:identifier>DAG6VJ4qmBQ</dc:identifier>
  <dcterms:modified xsi:type="dcterms:W3CDTF">2011-08-01T06:04:30Z</dcterms:modified>
  <cp:revision>1</cp:revision>
  <dc:title>Presentation - Exploring Data Types</dc:title>
</cp:coreProperties>
</file>